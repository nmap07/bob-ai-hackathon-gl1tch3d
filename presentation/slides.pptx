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 deepfake score is not evidence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EMAFIG — Evidence-Centric Multi-Agent Forensic Investigation Graph · IBM Bob AI Hackathon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21280" cy="1737360"/>
          </a:xfrm>
          <a:prstGeom prst="roundRect">
            <a:avLst>
              <a:gd name="adj" fmla="val 4211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hurts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Investigators, forensic examiners, courts and victims handling suspected synthetic video, image and audio.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1360" y="1554480"/>
            <a:ext cx="2621280" cy="1737360"/>
          </a:xfrm>
          <a:prstGeom prst="roundRect">
            <a:avLst>
              <a:gd name="adj" fmla="val 4211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tools fail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98520" y="205740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opaque "X% fake" score: not reproducible, hides benign re-encoding, cannot show how it was reached.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554480"/>
            <a:ext cx="2621280" cy="1737360"/>
          </a:xfrm>
          <a:prstGeom prst="roundRect">
            <a:avLst>
              <a:gd name="adj" fmla="val 4211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268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02680" y="205740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evidence, repeatable measurements, competing hypotheses, visible gaps, human sign-off.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against NIST SP 800-86, ISO/IEC 27037 and India's BSA 2023 s.63 electronic-evidence provisions.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investigate, don't score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(deterministic) → Reason (IBM Bob) → Decide (human)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Preserve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copied once; SHA-256 + SHA-512; append-only hash-chain audit ledger.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Observe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05740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parallel agents: metadata, compression, visual, audio, temporal, A/V sync, C2PA → structured observations.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Reason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5740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hypotheses incl. benign post-processing; contradictions; evidence gaps. Bob sees observations, never raw media.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55448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664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Decide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05740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accept/reject per observation, sign-off, JSON + Markdown report.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and missing tools become findings — never silently hidden.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architecture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runnable: FastAPI + OpenCV + librosa + ffprobe + SQLite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B4A7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4592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56232" y="1645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2304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56232" y="164592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seal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5264" y="1645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B4A7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64592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 in parallel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4296" y="1645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2304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4296" y="164592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1645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B4A7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53328" y="164592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/ gaps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1645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2304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64592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report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all 7 agents complete on a test clip; ~20 observations, 5 hypotheses, report + verifiable ledger; 37 pytest tests pass.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Control Room GUI: agent grid, per-observation review, gaps, report links.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design: uncalibrated heuristics, alternatives and limitations on every observation.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integration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the bounded operator of the investigation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21280" cy="2103120"/>
          </a:xfrm>
          <a:prstGeom prst="roundRect">
            <a:avLst>
              <a:gd name="adj" fmla="val 3478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(13 tools)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launches mcp_server.py from .bob/mcp.json (STDIO): list/get cases, observations, hypotheses, contradictions, gaps, verify ledger, review, report, sign-off.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1360" y="1554480"/>
            <a:ext cx="2621280" cy="2103120"/>
          </a:xfrm>
          <a:prstGeom prst="roundRect">
            <a:avLst>
              <a:gd name="adj" fmla="val 3478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Bob skills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98520" y="205740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workflow + guard-rails: no invented measurements, no invented legal sections, no real/fake verdict, hypothesis stage has no media access.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554480"/>
            <a:ext cx="2621280" cy="2103120"/>
          </a:xfrm>
          <a:prstGeom prst="roundRect">
            <a:avLst>
              <a:gd name="adj" fmla="val 3478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268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design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02680" y="2057400"/>
            <a:ext cx="2346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shell, delete or evidence-write tools. Human review before sign-off. Optional HTTP gateway (mock by default).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"Show unresolved contradictions in CASE-… and propose the next bounded checks."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beyond the hackathon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Workflow-level trust for synthetic-media evidence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21280" cy="1920240"/>
          </a:xfrm>
          <a:prstGeom prst="roundRect">
            <a:avLst>
              <a:gd name="adj" fmla="val 3810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234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 core/plane_c (ACH, legal rules, custody, BSA s.63 data pack); render Bob challenges in the report.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1360" y="1554480"/>
            <a:ext cx="2621280" cy="1920240"/>
          </a:xfrm>
          <a:prstGeom prst="roundRect">
            <a:avLst>
              <a:gd name="adj" fmla="val 3810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98520" y="2057400"/>
            <a:ext cx="234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validated visual/audio models (e.g. DeepfakeBench, AASIST) with validation on benign transforms.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554480"/>
            <a:ext cx="2621280" cy="1920240"/>
          </a:xfrm>
          <a:prstGeom prst="roundRect">
            <a:avLst>
              <a:gd name="adj" fmla="val 3810"/>
            </a:avLst>
          </a:prstGeom>
          <a:solidFill>
            <a:srgbClr val="12304D"/>
          </a:solidFill>
          <a:ln w="12700">
            <a:solidFill>
              <a:srgbClr val="123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2680" y="166420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02680" y="2057400"/>
            <a:ext cx="234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AuthN/Z, object storage, job queue, multi-case linking, court-ready export.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EMAFIG is a research prototype, not a certified forensic product — it supports, never replaces, the examiner.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EMAFIG</dc:title>
  <dc:subject>PptxGenJS Presentation</dc:subject>
  <dc:creator>PptxGenJS</dc:creator>
  <cp:lastModifiedBy>PptxGenJS</cp:lastModifiedBy>
  <cp:revision>1</cp:revision>
  <dcterms:created xsi:type="dcterms:W3CDTF">2026-09-28T09:50:41Z</dcterms:created>
  <dcterms:modified xsi:type="dcterms:W3CDTF">2026-09-28T09:50:41Z</dcterms:modified>
</cp:coreProperties>
</file>